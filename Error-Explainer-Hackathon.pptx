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0160">
            <a:solidFill>
              <a:srgbClr val="D7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EXPLAINER  /  HACKATHON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5675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5675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9E769"/>
          </a:solidFill>
          <a:ln w="12700">
            <a:solidFill>
              <a:srgbClr val="B9E76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669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EXPLAINER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red squiggle,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4944" y="3401568"/>
            <a:ext cx="5897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8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editor errors into plain-language explanations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D8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 small, local-first core.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4944" y="4681728"/>
            <a:ext cx="3831336" cy="0"/>
          </a:xfrm>
          <a:prstGeom prst="line">
            <a:avLst/>
          </a:prstGeom>
          <a:noFill/>
          <a:ln w="12700">
            <a:solidFill>
              <a:srgbClr val="59635D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94944" y="4937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AEB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52669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first. Designed to grow.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1143000"/>
            <a:ext cx="4096512" cy="4498848"/>
          </a:xfrm>
          <a:prstGeom prst="rect">
            <a:avLst/>
          </a:prstGeom>
          <a:solidFill>
            <a:srgbClr val="26312D"/>
          </a:solidFill>
          <a:ln w="12700">
            <a:solidFill>
              <a:srgbClr val="4854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672" y="1444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AC9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main.py  /  line 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62672" y="1819656"/>
            <a:ext cx="3474720" cy="0"/>
          </a:xfrm>
          <a:prstGeom prst="line">
            <a:avLst/>
          </a:prstGeom>
          <a:noFill/>
          <a:ln w="10160">
            <a:solidFill>
              <a:srgbClr val="48544E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096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4F0E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pritn("Hello")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680960" y="2596896"/>
            <a:ext cx="749808" cy="41148"/>
          </a:xfrm>
          <a:prstGeom prst="rect">
            <a:avLst/>
          </a:prstGeom>
          <a:solidFill>
            <a:srgbClr val="F0785E"/>
          </a:solidFill>
          <a:ln w="12700">
            <a:solidFill>
              <a:srgbClr val="F0785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62672" y="3090672"/>
            <a:ext cx="3493008" cy="2075688"/>
          </a:xfrm>
          <a:prstGeom prst="rect">
            <a:avLst/>
          </a:prstGeom>
          <a:solidFill>
            <a:srgbClr val="F5F3ED"/>
          </a:solidFill>
          <a:ln w="12700">
            <a:solidFill>
              <a:srgbClr val="F5F3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2672" y="3090672"/>
            <a:ext cx="73152" cy="2075688"/>
          </a:xfrm>
          <a:prstGeom prst="rect">
            <a:avLst/>
          </a:prstGeom>
          <a:solidFill>
            <a:srgbClr val="B9E769"/>
          </a:solidFill>
          <a:ln w="12700">
            <a:solidFill>
              <a:srgbClr val="B9E7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3364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LANGUAGE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36992" y="3703320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does not know a name called `pritn`. It is probably a typo.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36992" y="4681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Fix: change it to `print`.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" y="64465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AEB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CONCEPT  /  CURRENT PANEL USES SAMPLE EXPLANATIONS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error message names the problem. It rarely teaches the fix.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gap is especially costly when you are still learning a language or toolchain.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2331720"/>
            <a:ext cx="3255264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331720"/>
            <a:ext cx="3255264" cy="91440"/>
          </a:xfrm>
          <a:prstGeom prst="rect">
            <a:avLst/>
          </a:prstGeom>
          <a:solidFill>
            <a:srgbClr val="F0785E"/>
          </a:solidFill>
          <a:ln w="12700">
            <a:solidFill>
              <a:srgbClr val="F0785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6151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78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interruption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3749040"/>
            <a:ext cx="276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red squiggle stops the flow. The message is dense, unfamiliar, or missing context.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95344" y="3730752"/>
            <a:ext cx="274320" cy="0"/>
          </a:xfrm>
          <a:prstGeom prst="line">
            <a:avLst/>
          </a:prstGeom>
          <a:noFill/>
          <a:ln w="1524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24528" y="2331720"/>
            <a:ext cx="3255264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2331720"/>
            <a:ext cx="3255264" cy="91440"/>
          </a:xfrm>
          <a:prstGeom prst="rect">
            <a:avLst/>
          </a:prstGeom>
          <a:solidFill>
            <a:srgbClr val="6D9FC3"/>
          </a:solidFill>
          <a:ln w="12700">
            <a:solidFill>
              <a:srgbClr val="6D9FC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26151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D9F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43984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context switch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43984" y="3749040"/>
            <a:ext cx="276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results scatter the answer across docs, forums, and examples that may not fit.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3730752"/>
            <a:ext cx="274320" cy="0"/>
          </a:xfrm>
          <a:prstGeom prst="line">
            <a:avLst/>
          </a:prstGeom>
          <a:noFill/>
          <a:ln w="1524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27264" y="2331720"/>
            <a:ext cx="3255264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7264" y="2331720"/>
            <a:ext cx="3255264" cy="91440"/>
          </a:xfrm>
          <a:prstGeom prst="rect">
            <a:avLst/>
          </a:prstGeom>
          <a:solidFill>
            <a:srgbClr val="395E28"/>
          </a:solidFill>
          <a:ln w="12700">
            <a:solidFill>
              <a:srgbClr val="395E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6151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5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04672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lost momentum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46720" y="3749040"/>
            <a:ext cx="276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Beginners spend more time decoding the diagnostic than getting back to building.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opportunity: explain the error where it happens, in words a person can act 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5675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THE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squiggle to next step.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path from editor diagnostic to useful explanation.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2331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95728"/>
            <a:ext cx="2331720" cy="566928"/>
          </a:xfrm>
          <a:prstGeom prst="rect">
            <a:avLst/>
          </a:prstGeom>
          <a:solidFill>
            <a:srgbClr val="F5E3DC"/>
          </a:solidFill>
          <a:ln w="12700">
            <a:solidFill>
              <a:srgbClr val="F5E3D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5786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F0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77647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editor reports an error with its location and language.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90088" y="3575304"/>
            <a:ext cx="411480" cy="0"/>
          </a:xfrm>
          <a:prstGeom prst="line">
            <a:avLst/>
          </a:prstGeom>
          <a:noFill/>
          <a:ln w="1397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02152" y="2395728"/>
            <a:ext cx="2331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2395728"/>
            <a:ext cx="2331720" cy="566928"/>
          </a:xfrm>
          <a:prstGeom prst="rect">
            <a:avLst/>
          </a:prstGeom>
          <a:solidFill>
            <a:srgbClr val="E3EBEF"/>
          </a:solidFill>
          <a:ln w="12700">
            <a:solidFill>
              <a:srgbClr val="E3EBE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5786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9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66744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6D9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66744" y="377647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Debounce brief, flickering diagnostics while the code is being edited.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3575304"/>
            <a:ext cx="411480" cy="0"/>
          </a:xfrm>
          <a:prstGeom prst="line">
            <a:avLst/>
          </a:prstGeom>
          <a:noFill/>
          <a:ln w="1397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2395728"/>
            <a:ext cx="2331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2395728"/>
            <a:ext cx="2331720" cy="566928"/>
          </a:xfrm>
          <a:prstGeom prst="rect">
            <a:avLst/>
          </a:prstGeom>
          <a:solidFill>
            <a:srgbClr val="E7EEDB"/>
          </a:solidFill>
          <a:ln w="12700">
            <a:solidFill>
              <a:srgbClr val="E7EED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25786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28816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28816" y="377647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saved and built-in answers before asking the selected AI source.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14232" y="3575304"/>
            <a:ext cx="411480" cy="0"/>
          </a:xfrm>
          <a:prstGeom prst="line">
            <a:avLst/>
          </a:prstGeom>
          <a:noFill/>
          <a:ln w="1397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26296" y="2395728"/>
            <a:ext cx="2331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6296" y="2395728"/>
            <a:ext cx="2331720" cy="566928"/>
          </a:xfrm>
          <a:prstGeom prst="rect">
            <a:avLst/>
          </a:prstGeom>
          <a:solidFill>
            <a:srgbClr val="E7E6E0"/>
          </a:solidFill>
          <a:ln w="12700">
            <a:solidFill>
              <a:srgbClr val="E7E6E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0888" y="25786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90888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90888" y="377647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a clear explanation and a practical fix inside the editor.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17936" cy="502920"/>
          </a:xfrm>
          <a:prstGeom prst="rect">
            <a:avLst/>
          </a:prstGeom>
          <a:solidFill>
            <a:srgbClr val="18201E"/>
          </a:solidFill>
          <a:ln w="12700">
            <a:solidFill>
              <a:srgbClr val="18201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596128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37360" y="554126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VS Code panel runs with sample explanations; live diagnostics and core integration are the next milestone.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5675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THE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core. Thin editor adapters.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editor-specific code small; centralize explanation logic and the message contract.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2057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0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 ADAPTERS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2395728"/>
            <a:ext cx="2057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59689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67712" y="26243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3401568"/>
            <a:ext cx="2057400" cy="786384"/>
          </a:xfrm>
          <a:prstGeom prst="rect">
            <a:avLst/>
          </a:prstGeom>
          <a:solidFill>
            <a:srgbClr val="EEECE6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602736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Neovim / JetBrains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67712" y="383133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0360" y="3291840"/>
            <a:ext cx="832104" cy="0"/>
          </a:xfrm>
          <a:prstGeom prst="line">
            <a:avLst/>
          </a:prstGeom>
          <a:noFill/>
          <a:ln w="1778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71216" y="36576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messages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67912" y="2267712"/>
            <a:ext cx="3794760" cy="2532888"/>
          </a:xfrm>
          <a:prstGeom prst="rect">
            <a:avLst/>
          </a:prstGeom>
          <a:solidFill>
            <a:srgbClr val="18201E"/>
          </a:solidFill>
          <a:ln w="12700">
            <a:solidFill>
              <a:srgbClr val="18201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25786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78808" y="29992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 /  wait  /  explain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78808" y="3529584"/>
            <a:ext cx="3154680" cy="0"/>
          </a:xfrm>
          <a:prstGeom prst="line">
            <a:avLst/>
          </a:prstGeom>
          <a:noFill/>
          <a:ln w="10160">
            <a:solidFill>
              <a:srgbClr val="56625A"/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4178808" y="37490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8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messages, debounce errors,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8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answers, and route explanations.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0" y="3291840"/>
            <a:ext cx="777240" cy="0"/>
          </a:xfrm>
          <a:prstGeom prst="line">
            <a:avLst/>
          </a:prstGeom>
          <a:noFill/>
          <a:ln w="1778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781544" y="3657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05088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SOURCES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05088" y="2395728"/>
            <a:ext cx="267919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05088" y="2395728"/>
            <a:ext cx="393192" cy="667512"/>
          </a:xfrm>
          <a:prstGeom prst="rect">
            <a:avLst/>
          </a:prstGeom>
          <a:solidFill>
            <a:srgbClr val="E7EEDB"/>
          </a:solidFill>
          <a:ln w="12700">
            <a:solidFill>
              <a:srgbClr val="E7EED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42248" y="2606040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53728" y="25054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53728" y="275234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 repeat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05088" y="3236976"/>
            <a:ext cx="267919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05088" y="3236976"/>
            <a:ext cx="393192" cy="667512"/>
          </a:xfrm>
          <a:prstGeom prst="rect">
            <a:avLst/>
          </a:prstGeom>
          <a:solidFill>
            <a:srgbClr val="E7EEDB"/>
          </a:solidFill>
          <a:ln w="12700">
            <a:solidFill>
              <a:srgbClr val="E7EED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42248" y="3447288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53728" y="3346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library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53728" y="359359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and offline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05088" y="4078224"/>
            <a:ext cx="267919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05088" y="4078224"/>
            <a:ext cx="393192" cy="667512"/>
          </a:xfrm>
          <a:prstGeom prst="rect">
            <a:avLst/>
          </a:prstGeom>
          <a:solidFill>
            <a:srgbClr val="E3EBEF"/>
          </a:solidFill>
          <a:ln w="12700">
            <a:solidFill>
              <a:srgbClr val="E3EBE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42248" y="4288536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9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53728" y="4187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53728" y="4434840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 fallback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53218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lockfile lets adapters find the core on the same machine.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5675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TRUST BY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Helpful explanations should not require a paid AI account.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lightest source that can answer the error; make AI use a deliberate choice.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67482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5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08176" y="226771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explanation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2569464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 error can reuse its answer.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58968" y="2331720"/>
            <a:ext cx="1719072" cy="347472"/>
          </a:xfrm>
          <a:prstGeom prst="rect">
            <a:avLst/>
          </a:prstGeom>
          <a:solidFill>
            <a:srgbClr val="E7EEDB"/>
          </a:solidFill>
          <a:ln w="12700">
            <a:solidFill>
              <a:srgbClr val="E7EED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41264" y="243230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 /  NO API CALL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3127248"/>
            <a:ext cx="67482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741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5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08176" y="324612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library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08176" y="354787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errors get an instant, offline explanation.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58968" y="3310128"/>
            <a:ext cx="1719072" cy="347472"/>
          </a:xfrm>
          <a:prstGeom prst="rect">
            <a:avLst/>
          </a:prstGeom>
          <a:solidFill>
            <a:srgbClr val="E7EEDB"/>
          </a:solidFill>
          <a:ln w="12700">
            <a:solidFill>
              <a:srgbClr val="E7EED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3410712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 /  OFFLINE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" y="4105656"/>
            <a:ext cx="67482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3525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9F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08176" y="422452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fallback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08176" y="452628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errors the library does not cover, use the chosen source.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58968" y="4288536"/>
            <a:ext cx="1719072" cy="347472"/>
          </a:xfrm>
          <a:prstGeom prst="rect">
            <a:avLst/>
          </a:prstGeom>
          <a:solidFill>
            <a:srgbClr val="E3EBEF"/>
          </a:solidFill>
          <a:ln w="12700">
            <a:solidFill>
              <a:srgbClr val="E3EBE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438912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D9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  /  DISCLOSED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54112" y="2148840"/>
            <a:ext cx="3767328" cy="2706624"/>
          </a:xfrm>
          <a:prstGeom prst="rect">
            <a:avLst/>
          </a:prstGeom>
          <a:solidFill>
            <a:srgbClr val="18201E"/>
          </a:solidFill>
          <a:ln w="12700">
            <a:solidFill>
              <a:srgbClr val="18201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24871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PROMISE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65008" y="2926080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context may leave the machine only when an AI source is used.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065008" y="3986784"/>
            <a:ext cx="3026664" cy="0"/>
          </a:xfrm>
          <a:prstGeom prst="line">
            <a:avLst/>
          </a:prstGeom>
          <a:noFill/>
          <a:ln w="10160">
            <a:solidFill>
              <a:srgbClr val="56625A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8065008" y="4224528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what is sent. Keep AI optional. Never hide the tradeoff.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53949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target: built-in library plus our server. Local AI and desktop app are later.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5675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THE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the contract. Connect the halves. Ship the moment.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hackathon goal is one simple loop: a typo in the editor becomes a useful explanation.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157984"/>
            <a:ext cx="254203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57984"/>
            <a:ext cx="2542032" cy="128016"/>
          </a:xfrm>
          <a:prstGeom prst="rect">
            <a:avLst/>
          </a:prstGeom>
          <a:solidFill>
            <a:srgbClr val="395E28"/>
          </a:solidFill>
          <a:ln w="12700">
            <a:solidFill>
              <a:srgbClr val="395E2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78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95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99923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 on protocol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51129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Everyone defines the shared error and explanation messages.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4059936"/>
            <a:ext cx="2176272" cy="182880"/>
          </a:xfrm>
          <a:prstGeom prst="rect">
            <a:avLst/>
          </a:prstGeom>
          <a:solidFill>
            <a:srgbClr val="E7EEDB"/>
          </a:solidFill>
          <a:ln w="12700">
            <a:solidFill>
              <a:srgbClr val="E7EED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4096512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395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36976" y="3255264"/>
            <a:ext cx="219456" cy="0"/>
          </a:xfrm>
          <a:prstGeom prst="line">
            <a:avLst/>
          </a:prstGeom>
          <a:noFill/>
          <a:ln w="1397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65576" y="2157984"/>
            <a:ext cx="254203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5576" y="2157984"/>
            <a:ext cx="2542032" cy="128016"/>
          </a:xfrm>
          <a:prstGeom prst="rect">
            <a:avLst/>
          </a:prstGeom>
          <a:solidFill>
            <a:srgbClr val="6D9FC3"/>
          </a:solidFill>
          <a:ln w="12700">
            <a:solidFill>
              <a:srgbClr val="6D9FC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2478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9F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648456" y="299923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in pairs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48456" y="351129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server + explainer; diagnostic adapter + display panel.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48456" y="4059936"/>
            <a:ext cx="2176272" cy="182880"/>
          </a:xfrm>
          <a:prstGeom prst="rect">
            <a:avLst/>
          </a:prstGeom>
          <a:solidFill>
            <a:srgbClr val="E3EBEF"/>
          </a:solidFill>
          <a:ln w="12700">
            <a:solidFill>
              <a:srgbClr val="E3EB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4176" y="4096512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6D9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PARALLEL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44184" y="3255264"/>
            <a:ext cx="219456" cy="0"/>
          </a:xfrm>
          <a:prstGeom prst="line">
            <a:avLst/>
          </a:prstGeom>
          <a:noFill/>
          <a:ln w="1397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72784" y="2157984"/>
            <a:ext cx="254203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157984"/>
            <a:ext cx="2542032" cy="128016"/>
          </a:xfrm>
          <a:prstGeom prst="rect">
            <a:avLst/>
          </a:prstGeom>
          <a:solidFill>
            <a:srgbClr val="F0785E"/>
          </a:solidFill>
          <a:ln w="12700">
            <a:solidFill>
              <a:srgbClr val="F0785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478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078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455664" y="299923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halves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55664" y="351129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a fake error through the core and render its response.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55664" y="4059936"/>
            <a:ext cx="2176272" cy="182880"/>
          </a:xfrm>
          <a:prstGeom prst="rect">
            <a:avLst/>
          </a:prstGeom>
          <a:solidFill>
            <a:srgbClr val="F5E3DC"/>
          </a:solidFill>
          <a:ln w="12700">
            <a:solidFill>
              <a:srgbClr val="F5E3D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4096512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F07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51392" y="3255264"/>
            <a:ext cx="219456" cy="0"/>
          </a:xfrm>
          <a:prstGeom prst="line">
            <a:avLst/>
          </a:prstGeom>
          <a:noFill/>
          <a:ln w="13970">
            <a:solidFill>
              <a:srgbClr val="18201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79992" y="2157984"/>
            <a:ext cx="24688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9992" y="2157984"/>
            <a:ext cx="2468880" cy="128016"/>
          </a:xfrm>
          <a:prstGeom prst="rect">
            <a:avLst/>
          </a:prstGeom>
          <a:solidFill>
            <a:srgbClr val="18201E"/>
          </a:solidFill>
          <a:ln w="12700">
            <a:solidFill>
              <a:srgbClr val="18201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62872" y="2478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9262872" y="29992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0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loop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262872" y="35112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a real editor error and explain it in the panel.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262872" y="4059936"/>
            <a:ext cx="2103120" cy="182880"/>
          </a:xfrm>
          <a:prstGeom prst="rect">
            <a:avLst/>
          </a:prstGeom>
          <a:solidFill>
            <a:srgbClr val="E7E6E0"/>
          </a:solidFill>
          <a:ln w="12700">
            <a:solidFill>
              <a:srgbClr val="E7E6E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08592" y="409651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82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" y="4773168"/>
            <a:ext cx="10890504" cy="749808"/>
          </a:xfrm>
          <a:prstGeom prst="rect">
            <a:avLst/>
          </a:prstGeom>
          <a:solidFill>
            <a:srgbClr val="18201E"/>
          </a:solidFill>
          <a:ln w="12700">
            <a:solidFill>
              <a:srgbClr val="18201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0109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04872" y="49194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VS Code sample panel is in place and builds. The shared protocol and live core flow are still ahead.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587959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30" kern="0" dirty="0">
                <a:solidFill>
                  <a:srgbClr val="656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HACKATHON: local AI  /  desktop app  /  Neovim and JetBrains adapters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5675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Error Explainer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Explainer</dc:title>
  <dc:subject>Hackathon project overview</dc:subject>
  <dc:creator>Error Explainer</dc:creator>
  <cp:lastModifiedBy>Error Explainer</cp:lastModifiedBy>
  <cp:revision>1</cp:revision>
  <dcterms:created xsi:type="dcterms:W3CDTF">2026-10-17T16:43:20Z</dcterms:created>
  <dcterms:modified xsi:type="dcterms:W3CDTF">2026-10-17T16:43:20Z</dcterms:modified>
</cp:coreProperties>
</file>